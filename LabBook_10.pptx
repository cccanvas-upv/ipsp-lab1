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295" r:id="rId3"/>
    <p:sldId id="290" r:id="rId4"/>
    <p:sldId id="291" r:id="rId5"/>
    <p:sldId id="292" r:id="rId6"/>
    <p:sldId id="297" r:id="rId7"/>
    <p:sldId id="293" r:id="rId8"/>
    <p:sldId id="288" r:id="rId9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103" d="100"/>
          <a:sy n="103" d="100"/>
        </p:scale>
        <p:origin x="690" y="10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3.png"/><Relationship Id="rId7" Type="http://schemas.openxmlformats.org/officeDocument/2006/relationships/image" Target="NUL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https://github.com/cccanvas-upv/cifoin-lab1.git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wavelength, comparison between different waveguide cross-sections …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4E7A47-20E2-3C27-D841-5A665642F6E2}"/>
              </a:ext>
            </a:extLst>
          </p:cNvPr>
          <p:cNvSpPr txBox="1"/>
          <p:nvPr/>
        </p:nvSpPr>
        <p:spPr>
          <a:xfrm>
            <a:off x="2285455" y="2671278"/>
            <a:ext cx="19805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8281672" y="2671278"/>
            <a:ext cx="17229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642989" y="4402885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slab </a:t>
            </a:r>
            <a:r>
              <a:rPr lang="en-US" dirty="0"/>
              <a:t>= 150nm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94400B4-EE16-8E85-AB54-E82FE3B293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Waveguide compact model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- Find the compact models of the following waveguides: </a:t>
            </a:r>
            <a:br>
              <a:rPr lang="en-US" b="0" dirty="0"/>
            </a:br>
            <a:r>
              <a:rPr lang="en-US" dirty="0"/>
              <a:t>Deep</a:t>
            </a:r>
            <a:r>
              <a:rPr lang="en-US" b="0" dirty="0"/>
              <a:t> waveguide, h=300nm, w=1.2um   - </a:t>
            </a:r>
            <a:r>
              <a:rPr lang="en-US" dirty="0"/>
              <a:t>Shallow</a:t>
            </a:r>
            <a:r>
              <a:rPr lang="en-US" b="0" dirty="0"/>
              <a:t> waveguide, core h=300nm, slab h=150 nm, w = 1.2um </a:t>
            </a:r>
            <a:br>
              <a:rPr lang="en-US" b="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#5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1.2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radius?,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Total Loss (dB/90º) vs R &amp; neff_TE0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1032</TotalTime>
  <Words>531</Words>
  <Application>Microsoft Office PowerPoint</Application>
  <PresentationFormat>Panorámica</PresentationFormat>
  <Paragraphs>99</Paragraphs>
  <Slides>8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6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Learning outcome #2 – Wavelength behavior Wavelength 1.5-1.6 µm (step 0.01 µm) – width 1.2 µm</vt:lpstr>
      <vt:lpstr>Learning outcome #3 – Width dependence Width 0.6 - 1.6 µm (step 0.1 µm) – Wavelength 1.55 µm </vt:lpstr>
      <vt:lpstr>Learning outcome #4 – Waveguide compact model - Find the compact models of the following waveguides:  Deep waveguide, h=300nm, w=1.2um   - Shallow waveguide, core h=300nm, slab h=150 nm, w = 1.2um  </vt:lpstr>
      <vt:lpstr>Learning outcome #5 – Bend waveguide radius vs. loss – deep Find  neff_TE0 for wvl 1.55 µm, width 1.2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Christian Camilo Cano Vasquez</cp:lastModifiedBy>
  <cp:revision>10</cp:revision>
  <dcterms:created xsi:type="dcterms:W3CDTF">2025-01-27T02:46:57Z</dcterms:created>
  <dcterms:modified xsi:type="dcterms:W3CDTF">2026-02-16T18:22:01Z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