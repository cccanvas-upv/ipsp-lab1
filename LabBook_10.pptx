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5" r:id="rId3"/>
    <p:sldId id="290" r:id="rId4"/>
    <p:sldId id="291" r:id="rId5"/>
    <p:sldId id="292" r:id="rId6"/>
    <p:sldId id="297" r:id="rId7"/>
    <p:sldId id="293" r:id="rId8"/>
    <p:sldId id="288" r:id="rId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79" d="100"/>
          <a:sy n="79" d="100"/>
        </p:scale>
        <p:origin x="12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28/09/2026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svg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https://github.com/cccanvas-upv/cifoin-lab1.git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795654" y="3983757"/>
            <a:ext cx="101030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lang="es-ES"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lang="es-CO" sz="1400" dirty="0">
                <a:latin typeface="Calibri"/>
                <a:cs typeface="Calibri"/>
              </a:rPr>
              <a:t>/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lang="es-CO" sz="1400" dirty="0" err="1">
                <a:latin typeface="Calibri"/>
                <a:cs typeface="Calibri"/>
              </a:rPr>
              <a:t>thickness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281672" y="2671278"/>
            <a:ext cx="1722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/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blipFill>
                <a:blip r:embed="rId7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/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blipFill>
                <a:blip r:embed="rId8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1.2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radius?,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</TotalTime>
  <Words>533</Words>
  <Application>Microsoft Office PowerPoint</Application>
  <PresentationFormat>Panorámica</PresentationFormat>
  <Paragraphs>101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  - Shallow waveguide, core h=300nm, slab h=150 nm, w = 1.2um  </vt:lpstr>
      <vt:lpstr>Learning outcome #5 – Bend waveguide radius vs. loss – deep Find  neff_TE0 for wvl 1.55 µm, width 1.2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11</cp:revision>
  <dcterms:created xsi:type="dcterms:W3CDTF">2025-01-27T02:46:57Z</dcterms:created>
  <dcterms:modified xsi:type="dcterms:W3CDTF">2026-09-28T10:07:01Z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